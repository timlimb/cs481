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faf6e79ec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faf6e79ec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faf6e79ec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faf6e79ec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b918f43a6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b918f43a6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af4bb9f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af4bb9f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1faf6e79ec4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1faf6e79ec4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faf6e79ec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faf6e79ec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6400" y="54364"/>
            <a:ext cx="90585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6400" y="1200150"/>
            <a:ext cx="9058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66400" y="6352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" type="body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2" type="body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6400" y="63528"/>
            <a:ext cx="82296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6400" y="6352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b="1"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2350" y="1103475"/>
            <a:ext cx="8638800" cy="3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Char char="●"/>
              <a:defRPr sz="3000">
                <a:solidFill>
                  <a:schemeClr val="lt1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○"/>
              <a:defRPr sz="2400">
                <a:solidFill>
                  <a:schemeClr val="lt1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■"/>
              <a:defRPr sz="2400">
                <a:solidFill>
                  <a:schemeClr val="lt1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 sz="1800">
                <a:solidFill>
                  <a:schemeClr val="lt1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 sz="1800">
                <a:solidFill>
                  <a:schemeClr val="lt1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</a:defRPr>
            </a:lvl1pPr>
            <a:lvl2pPr lvl="1" algn="r">
              <a:buNone/>
              <a:defRPr sz="1300">
                <a:solidFill>
                  <a:schemeClr val="lt1"/>
                </a:solidFill>
              </a:defRPr>
            </a:lvl2pPr>
            <a:lvl3pPr lvl="2" algn="r">
              <a:buNone/>
              <a:defRPr sz="1300">
                <a:solidFill>
                  <a:schemeClr val="lt1"/>
                </a:solidFill>
              </a:defRPr>
            </a:lvl3pPr>
            <a:lvl4pPr lvl="3" algn="r">
              <a:buNone/>
              <a:defRPr sz="1300">
                <a:solidFill>
                  <a:schemeClr val="lt1"/>
                </a:solidFill>
              </a:defRPr>
            </a:lvl4pPr>
            <a:lvl5pPr lvl="4" algn="r">
              <a:buNone/>
              <a:defRPr sz="1300">
                <a:solidFill>
                  <a:schemeClr val="lt1"/>
                </a:solidFill>
              </a:defRPr>
            </a:lvl5pPr>
            <a:lvl6pPr lvl="5" algn="r">
              <a:buNone/>
              <a:defRPr sz="1300">
                <a:solidFill>
                  <a:schemeClr val="lt1"/>
                </a:solidFill>
              </a:defRPr>
            </a:lvl6pPr>
            <a:lvl7pPr lvl="6" algn="r">
              <a:buNone/>
              <a:defRPr sz="1300">
                <a:solidFill>
                  <a:schemeClr val="lt1"/>
                </a:solidFill>
              </a:defRPr>
            </a:lvl7pPr>
            <a:lvl8pPr lvl="7" algn="r">
              <a:buNone/>
              <a:defRPr sz="1300">
                <a:solidFill>
                  <a:schemeClr val="lt1"/>
                </a:solidFill>
              </a:defRPr>
            </a:lvl8pPr>
            <a:lvl9pPr lvl="8" algn="r">
              <a:buNone/>
              <a:defRPr sz="13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4" name="Google Shape;54;p13"/>
          <p:cNvCxnSpPr/>
          <p:nvPr/>
        </p:nvCxnSpPr>
        <p:spPr>
          <a:xfrm flipH="1" rot="10800000">
            <a:off x="66400" y="973428"/>
            <a:ext cx="9058500" cy="18900"/>
          </a:xfrm>
          <a:prstGeom prst="straightConnector1">
            <a:avLst/>
          </a:prstGeom>
          <a:noFill/>
          <a:ln cap="flat" cmpd="sng" w="19050">
            <a:solidFill>
              <a:srgbClr val="93C47D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en.wikipedia.org/wiki/15_puzzl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cse.unr.edu/~sushil/class/gameai/demos/slidingBlocks/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 txBox="1"/>
          <p:nvPr>
            <p:ph type="ctrTitle"/>
          </p:nvPr>
        </p:nvSpPr>
        <p:spPr>
          <a:xfrm>
            <a:off x="7129325" y="444150"/>
            <a:ext cx="1887000" cy="204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/>
              <a:t>Tim’s Sliding Puzzle</a:t>
            </a:r>
            <a:endParaRPr sz="1900"/>
          </a:p>
        </p:txBody>
      </p:sp>
      <p:sp>
        <p:nvSpPr>
          <p:cNvPr id="81" name="Google Shape;81;p20"/>
          <p:cNvSpPr txBox="1"/>
          <p:nvPr>
            <p:ph idx="1" type="subTitle"/>
          </p:nvPr>
        </p:nvSpPr>
        <p:spPr>
          <a:xfrm>
            <a:off x="7089875" y="2968775"/>
            <a:ext cx="1965900" cy="135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Timothy Hand</a:t>
            </a:r>
            <a:endParaRPr/>
          </a:p>
        </p:txBody>
      </p:sp>
      <p:pic>
        <p:nvPicPr>
          <p:cNvPr id="82" name="Google Shape;82;p20" title="Screenshot (3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250" y="691125"/>
            <a:ext cx="6785075" cy="380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Citations and Assets</a:t>
            </a:r>
            <a:endParaRPr/>
          </a:p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Solvability check: Wikipedia “15 Puzzle” — </a:t>
            </a:r>
            <a:r>
              <a:rPr lang="en" sz="2100" u="sng">
                <a:solidFill>
                  <a:schemeClr val="hlink"/>
                </a:solidFill>
                <a:hlinkClick r:id="rId3"/>
              </a:rPr>
              <a:t>en.wikipedia.org/wiki/15_puzzle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No tutorial/paper used algorithms written directly with AI assistance</a:t>
            </a:r>
            <a:endParaRPr sz="2100"/>
          </a:p>
        </p:txBody>
      </p:sp>
      <p:sp>
        <p:nvSpPr>
          <p:cNvPr id="89" name="Google Shape;8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No external assets used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" sz="2800"/>
              <a:t>All UI graphics (rounded cards, gradient background, glow) generated procedurally in C#, not sourced online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95" name="Google Shape;95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Algorithm: BFS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Issues and solutions</a:t>
            </a:r>
            <a:endParaRPr sz="19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AI Issues: had to swap A* for BFS rewrote solver, re-tuned difficulty per size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Gameplay Issues win screen had no dimming  added dark backdrop + modal card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Char char="●"/>
            </a:pPr>
            <a:r>
              <a:rPr b="1" lang="en" sz="1900">
                <a:solidFill>
                  <a:srgbClr val="FFFFFF"/>
                </a:solidFill>
              </a:rPr>
              <a:t>Link to website with </a:t>
            </a:r>
            <a:r>
              <a:rPr b="1" lang="en" sz="1900" u="sng">
                <a:solidFill>
                  <a:schemeClr val="hlink"/>
                </a:solidFill>
                <a:hlinkClick r:id="rId3"/>
              </a:rPr>
              <a:t>playable game</a:t>
            </a:r>
            <a:endParaRPr b="1" sz="19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96" name="Google Shape;9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400" y="1170125"/>
            <a:ext cx="4317325" cy="25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3"/>
          <p:cNvSpPr txBox="1"/>
          <p:nvPr>
            <p:ph type="title"/>
          </p:nvPr>
        </p:nvSpPr>
        <p:spPr>
          <a:xfrm>
            <a:off x="66400" y="54364"/>
            <a:ext cx="9058500" cy="8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use</a:t>
            </a:r>
            <a:endParaRPr/>
          </a:p>
        </p:txBody>
      </p:sp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66400" y="1200150"/>
            <a:ext cx="4579500" cy="37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First prompt: Help me build an 8 puzzle sliding game within unity.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Rejected washed out palette, required BFS over A*, caught real bugs, drove UI fixes</a:t>
            </a:r>
            <a:endParaRPr sz="2400"/>
          </a:p>
        </p:txBody>
      </p:sp>
      <p:pic>
        <p:nvPicPr>
          <p:cNvPr id="103" name="Google Shape;103;p23" title="Screenshot (40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9775" y="1747314"/>
            <a:ext cx="4193300" cy="2204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</a:t>
            </a:r>
            <a:endParaRPr/>
          </a:p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311700" y="1152475"/>
            <a:ext cx="41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% code written by AI: 100%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Other thoughts: fastest for UI polish + testing; I was still needed a for design taste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% assets generated by AI: 100% (no external assets)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550" y="671725"/>
            <a:ext cx="4343400" cy="34816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Critique your assignment using Likes/Dislikes.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should we look for, what should we ignore</a:t>
            </a:r>
            <a:endParaRPr/>
          </a:p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1987725"/>
            <a:ext cx="3999900" cy="303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Easy game to get up and running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Didn’t need assets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Easy to expand </a:t>
            </a:r>
            <a:endParaRPr sz="3000"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Good intro assignment</a:t>
            </a:r>
            <a:endParaRPr sz="3000"/>
          </a:p>
        </p:txBody>
      </p:sp>
      <p:sp>
        <p:nvSpPr>
          <p:cNvPr id="117" name="Google Shape;117;p25"/>
          <p:cNvSpPr txBox="1"/>
          <p:nvPr>
            <p:ph idx="2" type="body"/>
          </p:nvPr>
        </p:nvSpPr>
        <p:spPr>
          <a:xfrm>
            <a:off x="4832400" y="2056825"/>
            <a:ext cx="3999900" cy="132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 sz="3000"/>
              <a:t>Overall kind of simple</a:t>
            </a:r>
            <a:endParaRPr sz="3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3000"/>
          </a:p>
        </p:txBody>
      </p:sp>
      <p:sp>
        <p:nvSpPr>
          <p:cNvPr id="118" name="Google Shape;118;p25"/>
          <p:cNvSpPr txBox="1"/>
          <p:nvPr/>
        </p:nvSpPr>
        <p:spPr>
          <a:xfrm>
            <a:off x="395650" y="1524875"/>
            <a:ext cx="30348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9900"/>
                </a:solidFill>
              </a:rPr>
              <a:t>Likes</a:t>
            </a:r>
            <a:endParaRPr b="1" sz="2400">
              <a:solidFill>
                <a:srgbClr val="FF9900"/>
              </a:solidFill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4949050" y="1592025"/>
            <a:ext cx="30348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9900"/>
                </a:solidFill>
              </a:rPr>
              <a:t>Disl</a:t>
            </a:r>
            <a:r>
              <a:rPr b="1" lang="en" sz="2400">
                <a:solidFill>
                  <a:srgbClr val="FF9900"/>
                </a:solidFill>
              </a:rPr>
              <a:t>ikes</a:t>
            </a:r>
            <a:endParaRPr b="1" sz="2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6"/>
          <p:cNvSpPr txBox="1"/>
          <p:nvPr>
            <p:ph idx="1" type="subTitle"/>
          </p:nvPr>
        </p:nvSpPr>
        <p:spPr>
          <a:xfrm>
            <a:off x="311700" y="2834125"/>
            <a:ext cx="8520600" cy="14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for two volunteers to play the game at the end of you 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Custom 345">
      <a:dk1>
        <a:srgbClr val="000000"/>
      </a:dk1>
      <a:lt1>
        <a:srgbClr val="FFFFFF"/>
      </a:lt1>
      <a:dk2>
        <a:srgbClr val="4C4C4C"/>
      </a:dk2>
      <a:lt2>
        <a:srgbClr val="CCCCCC"/>
      </a:lt2>
      <a:accent1>
        <a:srgbClr val="89B4B8"/>
      </a:accent1>
      <a:accent2>
        <a:srgbClr val="AFA6CA"/>
      </a:accent2>
      <a:accent3>
        <a:srgbClr val="A5B492"/>
      </a:accent3>
      <a:accent4>
        <a:srgbClr val="E8CD6D"/>
      </a:accent4>
      <a:accent5>
        <a:srgbClr val="F4A447"/>
      </a:accent5>
      <a:accent6>
        <a:srgbClr val="D09D94"/>
      </a:accent6>
      <a:hlink>
        <a:srgbClr val="5EA7AA"/>
      </a:hlink>
      <a:folHlink>
        <a:srgbClr val="A295B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